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Employee ID and password. IDs are normalized to uppercase. Contact admin if account is deactivated.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Role-specific statistics, recent inspections, notifications, and Action Required / Review Now when workflow items are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Initiators see their requests, drafts, pending items, and shortcuts to create a new 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Send back when the initiator can correct Part I. Use Reject when the request must not continue. Closed requests are read-only.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Filter and search requests. Open a row to view or act on workflow steps permitted for your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I captures programme, item details, SO/equipment data, inspection details, and certifying approver. IR number is auto-generated.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printable CABS inspection forms and summary reports from completed or in-progress requests as allowed.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Administrators maintain programmes, subsystems, LRUs, SRUs, and serial numbers used on inspection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Administrators manage users, roles, reporting hierarchy, designations, and signatures.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Configure inspection type groups and checklist items used during inspection.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System-wide configuration (deployment-specific options).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can update profile details and change password from the Profile page or profile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qms 22-04-2026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54480" y="123444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CABS Quality Management System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1554480" y="233172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training — inspection requests, workflow, and administration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55448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CABS Quality Management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QMS?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for CABS Request for R&amp;QA Inspection/Testing records.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movement with a role-based digital workflow.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request creation, approval, QA review, inspector assignment, reporting, and closure.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notifications, printable CABS forms, and summary reports.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via the URL provided by your administrator (modern browser recommended).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In</a:t>
            </a:r>
            <a:endParaRPr lang="en-US" sz="2000" dirty="0"/>
          </a:p>
        </p:txBody>
      </p:sp>
      <p:pic>
        <p:nvPicPr>
          <p:cNvPr id="4" name="Image 0" descr="D:\qms 22-04-2026\docs\training-screenshots\01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screen — use your Employee ID and password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branding, search, theme toggle, notifications, profile menu.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Sidebar: Dashboard, Inspection Request, Reports, Profile, and admin menus by role.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content: the page or form you selected.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timeout: 5 minutes of inactivity (warning at 4 minutes).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(Administrator)</a:t>
            </a:r>
            <a:endParaRPr lang="en-US" sz="2000" dirty="0"/>
          </a:p>
        </p:txBody>
      </p:sp>
      <p:pic>
        <p:nvPicPr>
          <p:cNvPr id="4" name="Image 0" descr="D:\qms 22-04-2026\docs\training-screenshots\02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after login — overview tailored to your role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(Initiator / Designer)</a:t>
            </a:r>
            <a:endParaRPr lang="en-US" sz="2000" dirty="0"/>
          </a:p>
        </p:txBody>
      </p:sp>
      <p:pic>
        <p:nvPicPr>
          <p:cNvPr id="4" name="Image 0" descr="D:\qms 22-04-2026\docs\training-screenshots\12-dashboard-initi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view — focused on own inspection requests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Inspection Request Workflow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114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1. Initiator — Create &amp; submit Part I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2. Request Approver — Forward, send back, or reject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3. QA Head — Part II Step 1, nominate Team Head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4. Team Head QA — Assign inspectors, start inspection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5. Inspector — Record Part IV findings &amp; checklists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</a:rPr>
              <a:t>6. Team Head QA — Complete, approve &amp; close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754880" y="685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Key statuses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051560"/>
            <a:ext cx="41148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Draft → Pending → Pending Request Approval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Forwarded → Assigned → In Progress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Inspection Completed → Completed (closed)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Returned to Designer — corrections needed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Rejected — workflow ends with reason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Request List</a:t>
            </a:r>
            <a:endParaRPr lang="en-US" sz="2000" dirty="0"/>
          </a:p>
        </p:txBody>
      </p:sp>
      <p:pic>
        <p:nvPicPr>
          <p:cNvPr id="4" name="Image 0" descr="D:\qms 22-04-2026\docs\training-screenshots\03-inspections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inspection requests visible to your role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Inspection Request (Part I)</a:t>
            </a:r>
            <a:endParaRPr lang="en-US" sz="2000" dirty="0"/>
          </a:p>
        </p:txBody>
      </p:sp>
      <p:pic>
        <p:nvPicPr>
          <p:cNvPr id="4" name="Image 0" descr="D:\qms 22-04-2026\docs\training-screenshots\04-new-inspection-reque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for R&amp;QA Inspection/Testing — Part I form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2000" dirty="0"/>
          </a:p>
        </p:txBody>
      </p:sp>
      <p:pic>
        <p:nvPicPr>
          <p:cNvPr id="4" name="Image 0" descr="D:\qms 22-04-2026\docs\training-screenshots\06-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module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&amp; Equipment Hierarchy</a:t>
            </a:r>
            <a:endParaRPr lang="en-US" sz="2000" dirty="0"/>
          </a:p>
        </p:txBody>
      </p:sp>
      <p:pic>
        <p:nvPicPr>
          <p:cNvPr id="4" name="Image 0" descr="D:\qms 22-04-2026\docs\training-screenshots\07-proje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project / LRU master data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</a:t>
            </a:r>
            <a:endParaRPr lang="en-US" sz="2000" dirty="0"/>
          </a:p>
        </p:txBody>
      </p:sp>
      <p:pic>
        <p:nvPicPr>
          <p:cNvPr id="4" name="Image 0" descr="D:\qms 22-04-2026\docs\training-screenshots\08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users and roles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Types &amp; Checklists</a:t>
            </a:r>
            <a:endParaRPr lang="en-US" sz="2000" dirty="0"/>
          </a:p>
        </p:txBody>
      </p:sp>
      <p:pic>
        <p:nvPicPr>
          <p:cNvPr id="4" name="Image 0" descr="D:\qms 22-04-2026\docs\training-screenshots\09-inspection-typ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inspection type configuration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Settings</a:t>
            </a:r>
            <a:endParaRPr lang="en-US" sz="2000" dirty="0"/>
          </a:p>
        </p:txBody>
      </p:sp>
      <p:pic>
        <p:nvPicPr>
          <p:cNvPr id="4" name="Image 0" descr="D:\qms 22-04-2026\docs\training-screenshots\10-setting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settings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Password</a:t>
            </a:r>
            <a:endParaRPr lang="en-US" sz="2000" dirty="0"/>
          </a:p>
        </p:txBody>
      </p:sp>
      <p:pic>
        <p:nvPicPr>
          <p:cNvPr id="4" name="Image 0" descr="D:\qms 22-04-2026\docs\training-screenshots\11-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566928"/>
            <a:ext cx="8503920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5532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— account and password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at a Glance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04672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Initiator / Designer — create and submit Part I; correct when sent back.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Approver — forward, send back, or reject in reporting chain.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Head — Part II Step 1; nominate Team Head - QA.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Head - QA — assign inspectors, start/complete inspection, close.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 / QA Rep — Part IV findings and checklists.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ORDAQA roles — when ORDAQA involvement is required.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— full access including master data and users.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3A5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Questions? Contact your QMS administrator or refer to the Complete User Manual.</a:t>
            </a:r>
            <a:endParaRPr lang="en-US" sz="1600" dirty="0"/>
          </a:p>
        </p:txBody>
      </p:sp>
      <p:pic>
        <p:nvPicPr>
          <p:cNvPr id="4" name="Image 0" descr="D:\qms 22-04-2026\public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41148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CABS QMS User Training</dc:title>
  <dc:subject>Quality Management System training</dc:subject>
  <dc:creator>QMS</dc:creator>
  <cp:lastModifiedBy>QMS</cp:lastModifiedBy>
  <cp:revision>1</cp:revision>
  <dcterms:created xsi:type="dcterms:W3CDTF">2026-05-25T05:15:40Z</dcterms:created>
  <dcterms:modified xsi:type="dcterms:W3CDTF">2026-05-25T05:15:40Z</dcterms:modified>
</cp:coreProperties>
</file>